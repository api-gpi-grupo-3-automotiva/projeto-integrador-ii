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Open Sans" panose="020B0604020202020204" charset="0"/>
      <p:regular r:id="rId22"/>
    </p:embeddedFont>
    <p:embeddedFont>
      <p:font typeface="Open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2793" y="-108000"/>
            <a:ext cx="18713586" cy="10503000"/>
          </a:xfrm>
          <a:custGeom>
            <a:avLst/>
            <a:gdLst/>
            <a:ahLst/>
            <a:cxnLst/>
            <a:rect l="l" t="t" r="r" b="b"/>
            <a:pathLst>
              <a:path w="18713586" h="10503000">
                <a:moveTo>
                  <a:pt x="0" y="0"/>
                </a:moveTo>
                <a:lnTo>
                  <a:pt x="18713586" y="0"/>
                </a:lnTo>
                <a:lnTo>
                  <a:pt x="18713586" y="10503000"/>
                </a:lnTo>
                <a:lnTo>
                  <a:pt x="0" y="1050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66781" y="325916"/>
            <a:ext cx="8911231" cy="8544814"/>
          </a:xfrm>
          <a:custGeom>
            <a:avLst/>
            <a:gdLst/>
            <a:ahLst/>
            <a:cxnLst/>
            <a:rect l="l" t="t" r="r" b="b"/>
            <a:pathLst>
              <a:path w="8911231" h="8544814">
                <a:moveTo>
                  <a:pt x="0" y="0"/>
                </a:moveTo>
                <a:lnTo>
                  <a:pt x="8911231" y="0"/>
                </a:lnTo>
                <a:lnTo>
                  <a:pt x="8911231" y="8544814"/>
                </a:lnTo>
                <a:lnTo>
                  <a:pt x="0" y="8544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988" y="103395"/>
            <a:ext cx="3118931" cy="1324001"/>
          </a:xfrm>
          <a:custGeom>
            <a:avLst/>
            <a:gdLst/>
            <a:ahLst/>
            <a:cxnLst/>
            <a:rect l="l" t="t" r="r" b="b"/>
            <a:pathLst>
              <a:path w="3118931" h="1324001">
                <a:moveTo>
                  <a:pt x="0" y="0"/>
                </a:moveTo>
                <a:lnTo>
                  <a:pt x="3118931" y="0"/>
                </a:lnTo>
                <a:lnTo>
                  <a:pt x="3118931" y="1324001"/>
                </a:lnTo>
                <a:lnTo>
                  <a:pt x="0" y="13240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81862" y="8859604"/>
            <a:ext cx="2896150" cy="1101480"/>
          </a:xfrm>
          <a:custGeom>
            <a:avLst/>
            <a:gdLst/>
            <a:ahLst/>
            <a:cxnLst/>
            <a:rect l="l" t="t" r="r" b="b"/>
            <a:pathLst>
              <a:path w="2896150" h="1101480">
                <a:moveTo>
                  <a:pt x="0" y="0"/>
                </a:moveTo>
                <a:lnTo>
                  <a:pt x="2896150" y="0"/>
                </a:lnTo>
                <a:lnTo>
                  <a:pt x="2896150" y="1101480"/>
                </a:lnTo>
                <a:lnTo>
                  <a:pt x="0" y="1101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01111" y="6011333"/>
            <a:ext cx="6015081" cy="233647"/>
          </a:xfrm>
          <a:custGeom>
            <a:avLst/>
            <a:gdLst/>
            <a:ahLst/>
            <a:cxnLst/>
            <a:rect l="l" t="t" r="r" b="b"/>
            <a:pathLst>
              <a:path w="6015081" h="233647">
                <a:moveTo>
                  <a:pt x="0" y="0"/>
                </a:moveTo>
                <a:lnTo>
                  <a:pt x="6015081" y="0"/>
                </a:lnTo>
                <a:lnTo>
                  <a:pt x="6015081" y="233647"/>
                </a:lnTo>
                <a:lnTo>
                  <a:pt x="0" y="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255390" y="1887226"/>
            <a:ext cx="7574547" cy="6352980"/>
          </a:xfrm>
          <a:custGeom>
            <a:avLst/>
            <a:gdLst/>
            <a:ahLst/>
            <a:cxnLst/>
            <a:rect l="l" t="t" r="r" b="b"/>
            <a:pathLst>
              <a:path w="7574547" h="6352980">
                <a:moveTo>
                  <a:pt x="0" y="0"/>
                </a:moveTo>
                <a:lnTo>
                  <a:pt x="7574547" y="0"/>
                </a:lnTo>
                <a:lnTo>
                  <a:pt x="7574547" y="6352980"/>
                </a:lnTo>
                <a:lnTo>
                  <a:pt x="0" y="6352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7315" y="402367"/>
            <a:ext cx="9843346" cy="2263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CADEIA PRODUTIVA AUTOMOTIVA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789955"/>
            <a:ext cx="8394087" cy="278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</a:pPr>
            <a:r>
              <a:rPr lang="en-US" sz="314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TRANSIÇÃO PARA A INDÚSTRIA 4.0 NA GM SÃO JOSÉ DOS CAMPOS: IMPACTOS NA CADEIA METALÚRGICA E GESTÃO DE RECURSOS HUMANOS</a:t>
            </a:r>
          </a:p>
          <a:p>
            <a:pPr algn="ctr">
              <a:lnSpc>
                <a:spcPts val="4407"/>
              </a:lnSpc>
            </a:pPr>
            <a:endParaRPr lang="en-US" sz="3148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62037" y="6303406"/>
            <a:ext cx="5905798" cy="28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4"/>
              </a:lnSpc>
            </a:pPr>
            <a:r>
              <a:rPr lang="en-US" sz="23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ANDERSON SANTOS </a:t>
            </a:r>
          </a:p>
          <a:p>
            <a:pPr algn="l">
              <a:lnSpc>
                <a:spcPts val="3274"/>
              </a:lnSpc>
            </a:pPr>
            <a:r>
              <a:rPr lang="en-US" sz="23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JOSÉ SÉRGIO DOS SANTOS</a:t>
            </a:r>
          </a:p>
          <a:p>
            <a:pPr algn="l">
              <a:lnSpc>
                <a:spcPts val="3274"/>
              </a:lnSpc>
            </a:pPr>
            <a:r>
              <a:rPr lang="en-US" sz="23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KAREN VITÓRIA VIEIRA</a:t>
            </a:r>
          </a:p>
          <a:p>
            <a:pPr algn="l">
              <a:lnSpc>
                <a:spcPts val="3274"/>
              </a:lnSpc>
            </a:pPr>
            <a:r>
              <a:rPr lang="en-US" sz="23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RIVAILDO SARMENTO DE ANDRADE</a:t>
            </a:r>
          </a:p>
          <a:p>
            <a:pPr algn="l">
              <a:lnSpc>
                <a:spcPts val="3274"/>
              </a:lnSpc>
            </a:pPr>
            <a:r>
              <a:rPr lang="en-US" sz="23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SEBASTIÃO LEANDRO DE ARAÚJO TAVARES</a:t>
            </a:r>
          </a:p>
          <a:p>
            <a:pPr algn="l">
              <a:lnSpc>
                <a:spcPts val="3274"/>
              </a:lnSpc>
            </a:pPr>
            <a:endParaRPr lang="en-US" sz="233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274"/>
              </a:lnSpc>
            </a:pPr>
            <a:r>
              <a:rPr lang="en-US" sz="233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1197923"/>
            <a:ext cx="18074598" cy="9089077"/>
            <a:chOff x="0" y="0"/>
            <a:chExt cx="24099464" cy="121187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99527" cy="12118758"/>
            </a:xfrm>
            <a:custGeom>
              <a:avLst/>
              <a:gdLst/>
              <a:ahLst/>
              <a:cxnLst/>
              <a:rect l="l" t="t" r="r" b="b"/>
              <a:pathLst>
                <a:path w="24099527" h="12118758">
                  <a:moveTo>
                    <a:pt x="0" y="0"/>
                  </a:moveTo>
                  <a:lnTo>
                    <a:pt x="24099527" y="0"/>
                  </a:lnTo>
                  <a:lnTo>
                    <a:pt x="24099527" y="12118758"/>
                  </a:lnTo>
                  <a:lnTo>
                    <a:pt x="0" y="12118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5805" b="-580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9320" y="-174858"/>
            <a:ext cx="17629692" cy="10179427"/>
          </a:xfrm>
          <a:custGeom>
            <a:avLst/>
            <a:gdLst/>
            <a:ahLst/>
            <a:cxnLst/>
            <a:rect l="l" t="t" r="r" b="b"/>
            <a:pathLst>
              <a:path w="17629692" h="10179427">
                <a:moveTo>
                  <a:pt x="0" y="0"/>
                </a:moveTo>
                <a:lnTo>
                  <a:pt x="17629692" y="0"/>
                </a:lnTo>
                <a:lnTo>
                  <a:pt x="17629692" y="10179427"/>
                </a:lnTo>
                <a:lnTo>
                  <a:pt x="0" y="10179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4" t="-1142" r="-249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63" t="-1049" r="-1163" b="-104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</Words>
  <Application>Microsoft Office PowerPoint</Application>
  <PresentationFormat>Personalizar</PresentationFormat>
  <Paragraphs>9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Open Sans Bold</vt:lpstr>
      <vt:lpstr>Open Sans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https://notebooklm.google.com/notebook/da889d82-3880-4f9f-9b1b-86f2d6e7c80c/artifact/4cced725-28e2-4f98-9638-07a00a218cfb?utm_source=nlm_web_share&amp;utm_medium=google_oo&amp;utm_campaign=art_share_2&amp;utm_content=&amp;utm_smc=nlm_web_share_google_oo_art_share_2_</dc:title>
  <cp:lastModifiedBy>JOSE SERGIO DOS SANTOS</cp:lastModifiedBy>
  <cp:revision>2</cp:revision>
  <dcterms:created xsi:type="dcterms:W3CDTF">2006-08-16T00:00:00Z</dcterms:created>
  <dcterms:modified xsi:type="dcterms:W3CDTF">2026-06-08T21:14:05Z</dcterms:modified>
  <dc:identifier>DAHLo3XJ1tA</dc:identifier>
</cp:coreProperties>
</file>